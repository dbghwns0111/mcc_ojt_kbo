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KBO 데이터 분석 프로젝트 주간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데이터 파이프라인 구축 및 스키마 설계 현황</a:t>
            </a:r>
          </a:p>
          <a:p/>
          <a:p>
            <a:r>
              <a:t>발표자: 서비스 개발 부서 인턴 OOO</a:t>
            </a:r>
          </a:p>
          <a:p>
            <a:r>
              <a:t>날짜: 2025.MM.DD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 및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프로젝트 주제: 2021~2025년 KBO 데이터를 활용한 MSTR 기반 BI 대시보드 구축</a:t>
            </a:r>
          </a:p>
          <a:p>
            <a:pPr/>
            <a:r>
              <a:t>프로젝트 목표</a:t>
            </a:r>
          </a:p>
          <a:p>
            <a:pPr/>
            <a:r>
              <a:t>- (기술) 데이터 수집부터 DW, MSTR 모델링까지 E2E BI 프로세스 경험</a:t>
            </a:r>
          </a:p>
          <a:p>
            <a:pPr/>
            <a:r>
              <a:t>- (비즈니스) 리그 흥행 분석, 선수 가치 평가 등 경영진 관점 인사이트 도출</a:t>
            </a:r>
          </a:p>
          <a:p>
            <a:pPr/>
            <a:r>
              <a:t>현재 진행 단계: 데이터 수집 완료 → 전처리 완료 → [DB 스키마 구축 및 MSTR 모델링 중]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성과 1: 데이터 수집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수집 기간: 최근 5개년 (2021년 ~ 2025년 현재)</a:t>
            </a:r>
          </a:p>
          <a:p>
            <a:pPr/>
            <a:r>
              <a:t>데이터 원천: KBO 공식 홈페이지 및 주요 기록 사이트 (크롤링)</a:t>
            </a:r>
          </a:p>
          <a:p>
            <a:pPr/>
            <a:r>
              <a:t>확보 데이터 범위(Scope)</a:t>
            </a:r>
          </a:p>
          <a:p>
            <a:pPr/>
            <a:r>
              <a:t>- 마스터: 선수 기본 정보, 구단 정보, 경기장 정보</a:t>
            </a:r>
          </a:p>
          <a:p>
            <a:pPr/>
            <a:r>
              <a:t>- 트랜잭션: 경기별 메타데이터 (날짜, 구장, 관중, 시간 등)</a:t>
            </a:r>
          </a:p>
          <a:p>
            <a:pPr/>
            <a:r>
              <a:t>- 성적: 타자/투수 일별 기록, 상황별 기록, 심화 지표(WAR 등)</a:t>
            </a:r>
          </a:p>
          <a:p>
            <a:pPr/>
            <a:r>
              <a:t>성과: 분석에 필요한 거시적/미시적 데이터를 모두 확보하여 기반 마련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성과 2: 데이터 전처리 (ETL)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주요 이슈: 일별 선수 기록에 '경기ID' 부재로 메타데이터 연결 불가</a:t>
            </a:r>
          </a:p>
          <a:p>
            <a:pPr/>
            <a:r>
              <a:t>해결 방안 (핵심 성과)</a:t>
            </a:r>
          </a:p>
          <a:p>
            <a:pPr/>
            <a:r>
              <a:t>1. '연도별 선수 소속팀 이력' 데이터 추가 수집</a:t>
            </a:r>
          </a:p>
          <a:p>
            <a:pPr/>
            <a:r>
              <a:t>2. 파이썬 활용: [날짜 + 소속팀 + 상대팀] 조합으로 유니크 경기ID 매핑 성공</a:t>
            </a:r>
          </a:p>
          <a:p>
            <a:pPr/>
            <a:r>
              <a:t>결과: 모든 일별 기록이 특정 경기와 연결되어 다차원 분석 가능해짐</a:t>
            </a:r>
          </a:p>
          <a:p>
            <a:pPr/>
            <a:r>
              <a:t>기타: 날짜 형식 표준화, 결측치 처리(취소 경기), 데이터 타입 통일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성과 3: 스키마 구성안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모델링 전략: MSTR 성능 최적화 및 직관적 분석을 위한 '스타 스키마' 채택</a:t>
            </a:r>
          </a:p>
          <a:p>
            <a:pPr/>
            <a:r>
              <a:t>[스키마 구조 - ERD Placeholder]</a:t>
            </a:r>
          </a:p>
          <a:p>
            <a:pPr/>
            <a:r>
              <a:t>Dimension (분석 기준)</a:t>
            </a:r>
          </a:p>
          <a:p>
            <a:pPr/>
            <a:r>
              <a:t>- DIM_PLAYER (선수), DIM_GAME (경기/시계열), DIM_TEAM (구단 메타)</a:t>
            </a:r>
          </a:p>
          <a:p>
            <a:pPr/>
            <a:r>
              <a:t>Fact (측정값)</a:t>
            </a:r>
          </a:p>
          <a:p>
            <a:pPr/>
            <a:r>
              <a:t>- FACT_DAILY (일별 성적), FACT_ADVANCED (심화 지표)</a:t>
            </a:r>
          </a:p>
          <a:p>
            <a:pPr/>
            <a:r>
              <a:t>현황: MySQL DB 적재 완료, MSTR 스키마 오브젝트 생성 진행 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계획: 대시보드 구상안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컨셉: One-Click Filtering 기반의 통합 인사이트 대시보드</a:t>
            </a:r>
          </a:p>
          <a:p>
            <a:pPr/>
            <a:r>
              <a:t>구성 계획 (4 Tabs)</a:t>
            </a:r>
          </a:p>
          <a:p>
            <a:pPr/>
            <a:r>
              <a:t>1. KBO Overview: 리그/구단 KPI, 성적, 흥행 추이 통합 (메인)</a:t>
            </a:r>
          </a:p>
          <a:p>
            <a:pPr/>
            <a:r>
              <a:t>2. Game Changer: 피치클락, ABS 등 신규 규정 도입 효과 분석</a:t>
            </a:r>
          </a:p>
          <a:p>
            <a:pPr/>
            <a:r>
              <a:t>3. Player Scout: '연봉 대비 WAR(가성비)' 분석을 통한 숨은 인재 발굴</a:t>
            </a:r>
          </a:p>
          <a:p>
            <a:pPr/>
            <a:r>
              <a:t>4. Prediction (GG): 데이터 기반 골든글러브 예측 및 1:1 비교 시뮬레이션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차주 계획</a:t>
            </a:r>
          </a:p>
          <a:p>
            <a:pPr/>
            <a:r>
              <a:t>- MSTR 스키마 작업 완료 (관계 설정, 계층 구조 정의)</a:t>
            </a:r>
          </a:p>
          <a:p>
            <a:pPr/>
            <a:r>
              <a:t>- 기본 및 복합 메트릭(Metric) 생성 (타율, 방어율 등 계산식)</a:t>
            </a:r>
          </a:p>
          <a:p>
            <a:pPr/>
            <a:r>
              <a:t>- 'KBO Overview' 탭 시각화 프로토타입 구현 시작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